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Voorbeeldmogelijkheden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Word</c:v>
                  </c:pt>
                  <c:pt idx="1">
                    <c:v>Excel</c:v>
                  </c:pt>
                  <c:pt idx="2">
                    <c:v>PowerPoint</c:v>
                  </c:pt>
                  <c:pt idx="3">
                    <c:v>PDF</c:v>
                  </c:pt>
                  <c:pt idx="4">
                    <c:v>Data &amp; grafieken</c:v>
                  </c:pt>
                  <c:pt idx="5">
                    <c:v>Web / artifacts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 en artifacts die ik kan genereren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 ·  Excel  ·  PowerPoint  ·  PDF  ·  Grafieken  ·  Web / Artifacts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dit voorbeeld laat zien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Word-rapporten met tabellen, koppen en afbeeldingen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60920" y="1664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2148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met live formules en native grafieken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178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6634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PowerPoint-decks zoals deze, met een eigen ontwerp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4178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PDF's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46634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Grafieken met een gevalideerd kleursysteem, en PDF-rapporten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grafieken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PowerPoint-grafieken blijven bewerkbaar in PowerPoint zelf — geen platte afbeelding.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106984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Alles in één werkstroom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Documenten, spreadsheets, presentaties, PDF's en interactieve web-artifacts —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allemaal rechtstreeks gegenereerd, geverifieerd en klaar voor gebruik.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2026-07-29T21:06:01Z</dcterms:created>
  <dcterms:modified xsi:type="dcterms:W3CDTF">2026-07-29T21:06:01Z</dcterms:modified>
</cp:coreProperties>
</file>